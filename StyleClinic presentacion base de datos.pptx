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0" r:id="rId7"/>
    <p:sldId id="265" r:id="rId8"/>
    <p:sldId id="266" r:id="rId9"/>
    <p:sldId id="267" r:id="rId10"/>
    <p:sldId id="261" r:id="rId1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E145E-03EB-4C62-A4DC-A6CC6DDF38AA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96F3A-3CE4-4FE9-A998-CE07D72683EA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E145E-03EB-4C62-A4DC-A6CC6DDF38AA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96F3A-3CE4-4FE9-A998-CE07D72683EA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E145E-03EB-4C62-A4DC-A6CC6DDF38AA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96F3A-3CE4-4FE9-A998-CE07D72683EA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E145E-03EB-4C62-A4DC-A6CC6DDF38AA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96F3A-3CE4-4FE9-A998-CE07D72683EA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E145E-03EB-4C62-A4DC-A6CC6DDF38AA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96F3A-3CE4-4FE9-A998-CE07D72683EA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E145E-03EB-4C62-A4DC-A6CC6DDF38AA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96F3A-3CE4-4FE9-A998-CE07D72683EA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E145E-03EB-4C62-A4DC-A6CC6DDF38AA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96F3A-3CE4-4FE9-A998-CE07D72683EA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E145E-03EB-4C62-A4DC-A6CC6DDF38AA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96F3A-3CE4-4FE9-A998-CE07D72683EA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E145E-03EB-4C62-A4DC-A6CC6DDF38AA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96F3A-3CE4-4FE9-A998-CE07D72683EA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E145E-03EB-4C62-A4DC-A6CC6DDF38AA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96F3A-3CE4-4FE9-A998-CE07D72683EA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E145E-03EB-4C62-A4DC-A6CC6DDF38AA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96F3A-3CE4-4FE9-A998-CE07D72683EA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9E145E-03EB-4C62-A4DC-A6CC6DDF38AA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396F3A-3CE4-4FE9-A998-CE07D72683EA}" type="slidenum">
              <a:rPr lang="es-CO" smtClean="0"/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20775" y="2516188"/>
            <a:ext cx="9144000" cy="2387600"/>
          </a:xfrm>
        </p:spPr>
        <p:txBody>
          <a:bodyPr>
            <a:normAutofit/>
          </a:bodyPr>
          <a:lstStyle/>
          <a:p>
            <a:br>
              <a:rPr lang="en-US" altLang="es-ES" sz="4000" dirty="0">
                <a:latin typeface="Britannic Bold" panose="020B0903060703020204" charset="0"/>
                <a:cs typeface="Britannic Bold" panose="020B0903060703020204" charset="0"/>
                <a:sym typeface="+mn-ea"/>
              </a:rPr>
            </a:br>
            <a:r>
              <a:rPr lang="en-US" altLang="es-ES" sz="2000" dirty="0">
                <a:latin typeface="Britannic Bold" panose="020B0903060703020204" charset="0"/>
                <a:cs typeface="Britannic Bold" panose="020B0903060703020204" charset="0"/>
                <a:sym typeface="+mn-ea"/>
              </a:rPr>
              <a:t>Juan Diego Bernal y Juan Pablo Gutiérrez</a:t>
            </a:r>
            <a:endParaRPr lang="en-US" altLang="es-ES" sz="2000" dirty="0">
              <a:latin typeface="Britannic Bold" panose="020B0903060703020204" charset="0"/>
              <a:cs typeface="Britannic Bold" panose="020B090306070302020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27480" y="4903788"/>
            <a:ext cx="9144000" cy="1655762"/>
          </a:xfrm>
        </p:spPr>
        <p:txBody>
          <a:bodyPr/>
          <a:lstStyle/>
          <a:p>
            <a:endParaRPr lang="es-CO" dirty="0"/>
          </a:p>
          <a:p>
            <a:endParaRPr lang="es-CO" dirty="0"/>
          </a:p>
        </p:txBody>
      </p:sp>
      <p:sp>
        <p:nvSpPr>
          <p:cNvPr id="4" name="Cuadro de texto 3"/>
          <p:cNvSpPr txBox="1"/>
          <p:nvPr/>
        </p:nvSpPr>
        <p:spPr>
          <a:xfrm>
            <a:off x="9331325" y="54781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alt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194FDEE-0EA6-53BE-6463-178A0417A7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8599" y="1245309"/>
            <a:ext cx="5268351" cy="32927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367665" y="1946275"/>
            <a:ext cx="10515600" cy="3219450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STYLECLINIC es una plataforma de comercio electrónico que va más allá de la simple venta de ropa. Ofrecemos a los usuarios la posibilidad de crear su propio estilo, personalizando prendas para que reflejen su identidad única. No se trata solo de comprar, sino de diseñar y poseer una prenda que hable por ti.</a:t>
            </a:r>
          </a:p>
          <a:p>
            <a:r>
              <a:rPr lang="es-CO" noProof="0" dirty="0"/>
              <a:t>Buscamos ser una marca top a nivel nacional y marcar la diferencia frente a otras marcas que simplemente establecen un diseño de prenda tal como viene, nosotros buscamos que cada persona tenga su propia esencia en las prendas de STYLECLINIC</a:t>
            </a:r>
          </a:p>
        </p:txBody>
      </p:sp>
      <p:sp>
        <p:nvSpPr>
          <p:cNvPr id="5" name="Título 4"/>
          <p:cNvSpPr>
            <a:spLocks noGrp="1"/>
          </p:cNvSpPr>
          <p:nvPr>
            <p:ph type="ctrTitle"/>
          </p:nvPr>
        </p:nvSpPr>
        <p:spPr>
          <a:xfrm>
            <a:off x="367665" y="257175"/>
            <a:ext cx="3602355" cy="1530985"/>
          </a:xfrm>
        </p:spPr>
        <p:txBody>
          <a:bodyPr>
            <a:normAutofit/>
          </a:bodyPr>
          <a:lstStyle/>
          <a:p>
            <a:r>
              <a:rPr lang="en-US" altLang="es-ES" sz="3555">
                <a:latin typeface="Britannic Bold" panose="020B0903060703020204" charset="0"/>
                <a:cs typeface="Britannic Bold" panose="020B0903060703020204" charset="0"/>
              </a:rPr>
              <a:t>INTRODUCCI</a:t>
            </a:r>
            <a:r>
              <a:rPr lang="" altLang="en-US" sz="3555">
                <a:latin typeface="Britannic Bold" panose="020B0903060703020204" charset="0"/>
                <a:cs typeface="Britannic Bold" panose="020B0903060703020204" charset="0"/>
              </a:rPr>
              <a:t>Ó</a:t>
            </a:r>
            <a:r>
              <a:rPr lang="en-US" altLang="es-ES" sz="3555">
                <a:latin typeface="Britannic Bold" panose="020B0903060703020204" charset="0"/>
                <a:cs typeface="Britannic Bold" panose="020B0903060703020204" charset="0"/>
              </a:rPr>
              <a:t>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9656298" cy="4382770"/>
          </a:xfrm>
        </p:spPr>
        <p:txBody>
          <a:bodyPr>
            <a:noAutofit/>
          </a:bodyPr>
          <a:lstStyle/>
          <a:p>
            <a:r>
              <a:rPr lang="es-ES" dirty="0"/>
              <a:t> El mercado de la moda actual está dominado por la producción en masa, lo que dificulta que las personas encuentren ropa que se alinee con su estilo y personalidad. La oferta es genérica y deja poco espacio para la individualidad.</a:t>
            </a:r>
            <a:endParaRPr lang="es-ES" sz="2400" dirty="0"/>
          </a:p>
        </p:txBody>
      </p:sp>
      <p:sp>
        <p:nvSpPr>
          <p:cNvPr id="5" name="Título 4"/>
          <p:cNvSpPr>
            <a:spLocks noGrp="1"/>
          </p:cNvSpPr>
          <p:nvPr/>
        </p:nvSpPr>
        <p:spPr>
          <a:xfrm>
            <a:off x="838200" y="257175"/>
            <a:ext cx="3602355" cy="1530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s-ES" sz="3555" dirty="0">
                <a:latin typeface="Britannic Bold" panose="020B0903060703020204" charset="0"/>
                <a:cs typeface="Britannic Bold" panose="020B0903060703020204" charset="0"/>
              </a:rPr>
              <a:t>PROBLEM</a:t>
            </a:r>
            <a:r>
              <a:rPr lang="" altLang="en-US" sz="3555" dirty="0">
                <a:latin typeface="Britannic Bold" panose="020B0903060703020204" charset="0"/>
                <a:cs typeface="Britannic Bold" panose="020B0903060703020204" charset="0"/>
              </a:rPr>
              <a:t>Á</a:t>
            </a:r>
            <a:r>
              <a:rPr lang="en-US" altLang="es-ES" sz="3555" dirty="0">
                <a:latin typeface="Britannic Bold" panose="020B0903060703020204" charset="0"/>
                <a:cs typeface="Britannic Bold" panose="020B0903060703020204" charset="0"/>
              </a:rPr>
              <a:t>TICA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82770"/>
          </a:xfrm>
        </p:spPr>
        <p:txBody>
          <a:bodyPr>
            <a:noAutofit/>
          </a:bodyPr>
          <a:lstStyle/>
          <a:p>
            <a:r>
              <a:rPr lang="es-ES" dirty="0"/>
              <a:t>Existe una creciente demanda de productos únicos y personalizados. STYLECLINIC aprovecha esta oportunidad al ofrecer una plataforma donde los usuarios pueden diseñar su propia ropa. Les permitimos elegir diseños y acabados predeterminados por nosotros.</a:t>
            </a:r>
            <a:endParaRPr lang="es-ES" sz="2400" dirty="0"/>
          </a:p>
        </p:txBody>
      </p:sp>
      <p:sp>
        <p:nvSpPr>
          <p:cNvPr id="5" name="Título 4"/>
          <p:cNvSpPr>
            <a:spLocks noGrp="1"/>
          </p:cNvSpPr>
          <p:nvPr/>
        </p:nvSpPr>
        <p:spPr>
          <a:xfrm>
            <a:off x="838200" y="257175"/>
            <a:ext cx="3602355" cy="1530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555" noProof="0" dirty="0">
                <a:latin typeface="Britannic Bold" panose="020B0903060703020204" charset="0"/>
                <a:cs typeface="Britannic Bold" panose="020B0903060703020204" charset="0"/>
              </a:rPr>
              <a:t>Oportunidad</a:t>
            </a:r>
            <a:endParaRPr lang="en-US" altLang="es-ES" sz="3555" dirty="0">
              <a:latin typeface="Britannic Bold" panose="020B0903060703020204" charset="0"/>
              <a:cs typeface="Britannic Bold" panose="020B0903060703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070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838200" y="1658620"/>
            <a:ext cx="9614095" cy="4351338"/>
          </a:xfrm>
        </p:spPr>
        <p:txBody>
          <a:bodyPr/>
          <a:lstStyle/>
          <a:p>
            <a:r>
              <a:rPr lang="es-ES" dirty="0"/>
              <a:t>Este proyecto nace de la necesidad de ofrecer una alternativa a la moda convencional. Al facilitar la personalización de prendas, STYLECLINIC no solo responde a una demanda del mercado, sino que también empodera a los usuarios para que exploren y expresen su creatividad, convirtiendo la moda en una forma de expresión personal.</a:t>
            </a:r>
          </a:p>
        </p:txBody>
      </p:sp>
      <p:sp>
        <p:nvSpPr>
          <p:cNvPr id="5" name="Título 4"/>
          <p:cNvSpPr>
            <a:spLocks noGrp="1"/>
          </p:cNvSpPr>
          <p:nvPr/>
        </p:nvSpPr>
        <p:spPr>
          <a:xfrm>
            <a:off x="838200" y="257175"/>
            <a:ext cx="3602355" cy="1530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s-ES" sz="3555">
                <a:latin typeface="Britannic Bold" panose="020B0903060703020204" charset="0"/>
                <a:cs typeface="Britannic Bold" panose="020B0903060703020204" charset="0"/>
              </a:rPr>
              <a:t>JUSTIFICACI</a:t>
            </a:r>
            <a:r>
              <a:rPr lang="" altLang="en-US" sz="3555">
                <a:latin typeface="Britannic Bold" panose="020B0903060703020204" charset="0"/>
                <a:cs typeface="Britannic Bold" panose="020B0903060703020204" charset="0"/>
              </a:rPr>
              <a:t>Ó</a:t>
            </a:r>
            <a:r>
              <a:rPr lang="en-US" altLang="es-ES" sz="3555">
                <a:latin typeface="Britannic Bold" panose="020B0903060703020204" charset="0"/>
                <a:cs typeface="Britannic Bold" panose="020B0903060703020204" charset="0"/>
              </a:rPr>
              <a:t>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398780" y="2104707"/>
            <a:ext cx="10035540" cy="2152015"/>
          </a:xfrm>
        </p:spPr>
        <p:txBody>
          <a:bodyPr>
            <a:normAutofit/>
          </a:bodyPr>
          <a:lstStyle/>
          <a:p>
            <a:r>
              <a:rPr lang="es-ES" dirty="0"/>
              <a:t> Desarrollar una aplicación web de comercio electrónico que permita a los usuarios diseñar, personalizar y comprar ropa en línea, brindando una experiencia de compra única, interactiva y centrada en el cliente.</a:t>
            </a:r>
            <a:endParaRPr lang="en-US" altLang="es-ES" dirty="0"/>
          </a:p>
        </p:txBody>
      </p:sp>
      <p:sp>
        <p:nvSpPr>
          <p:cNvPr id="5" name="Título 4"/>
          <p:cNvSpPr>
            <a:spLocks noGrp="1"/>
          </p:cNvSpPr>
          <p:nvPr/>
        </p:nvSpPr>
        <p:spPr>
          <a:xfrm>
            <a:off x="618490" y="495300"/>
            <a:ext cx="4429371" cy="1530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s-ES" sz="3555" dirty="0">
                <a:latin typeface="Britannic Bold" panose="020B0903060703020204" charset="0"/>
                <a:cs typeface="Britannic Bold" panose="020B0903060703020204" charset="0"/>
              </a:rPr>
              <a:t>OBJETIVO GENERAL</a:t>
            </a:r>
          </a:p>
        </p:txBody>
      </p:sp>
      <p:sp>
        <p:nvSpPr>
          <p:cNvPr id="6" name="Título 4"/>
          <p:cNvSpPr>
            <a:spLocks noGrp="1"/>
          </p:cNvSpPr>
          <p:nvPr/>
        </p:nvSpPr>
        <p:spPr>
          <a:xfrm>
            <a:off x="618490" y="2477770"/>
            <a:ext cx="3415030" cy="1405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es-ES" sz="3200" dirty="0">
              <a:latin typeface="Britannic Bold" panose="020B0903060703020204" charset="0"/>
              <a:cs typeface="Britannic Bold" panose="020B0903060703020204" charset="0"/>
            </a:endParaRPr>
          </a:p>
        </p:txBody>
      </p:sp>
      <p:sp>
        <p:nvSpPr>
          <p:cNvPr id="7" name="Marcador de posición de contenido 2"/>
          <p:cNvSpPr>
            <a:spLocks noGrp="1"/>
          </p:cNvSpPr>
          <p:nvPr/>
        </p:nvSpPr>
        <p:spPr>
          <a:xfrm>
            <a:off x="1038225" y="4545965"/>
            <a:ext cx="10515600" cy="1361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s-E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4"/>
          <p:cNvSpPr>
            <a:spLocks noGrp="1"/>
          </p:cNvSpPr>
          <p:nvPr/>
        </p:nvSpPr>
        <p:spPr>
          <a:xfrm>
            <a:off x="618490" y="494431"/>
            <a:ext cx="3415030" cy="1405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s-ES" sz="3200" dirty="0">
                <a:latin typeface="Britannic Bold" panose="020B0903060703020204" charset="0"/>
                <a:cs typeface="Britannic Bold" panose="020B0903060703020204" charset="0"/>
              </a:rPr>
              <a:t>OBJETIVOS ESPEC</a:t>
            </a:r>
            <a:r>
              <a:rPr lang="" altLang="en-US" sz="3200" dirty="0">
                <a:latin typeface="Britannic Bold" panose="020B0903060703020204" charset="0"/>
                <a:cs typeface="Britannic Bold" panose="020B0903060703020204" charset="0"/>
              </a:rPr>
              <a:t>Í</a:t>
            </a:r>
            <a:r>
              <a:rPr lang="en-US" altLang="es-ES" sz="3200" dirty="0">
                <a:latin typeface="Britannic Bold" panose="020B0903060703020204" charset="0"/>
                <a:cs typeface="Britannic Bold" panose="020B0903060703020204" charset="0"/>
              </a:rPr>
              <a:t>FICOS</a:t>
            </a:r>
          </a:p>
        </p:txBody>
      </p:sp>
      <p:sp>
        <p:nvSpPr>
          <p:cNvPr id="7" name="Marcador de posición de contenido 2"/>
          <p:cNvSpPr>
            <a:spLocks noGrp="1"/>
          </p:cNvSpPr>
          <p:nvPr/>
        </p:nvSpPr>
        <p:spPr>
          <a:xfrm>
            <a:off x="1038225" y="4545965"/>
            <a:ext cx="10515600" cy="1361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s-ES"/>
          </a:p>
        </p:txBody>
      </p:sp>
      <p:sp>
        <p:nvSpPr>
          <p:cNvPr id="9" name="Cuadro de texto 8"/>
          <p:cNvSpPr txBox="1"/>
          <p:nvPr/>
        </p:nvSpPr>
        <p:spPr>
          <a:xfrm>
            <a:off x="618490" y="1720733"/>
            <a:ext cx="10715625" cy="2301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s-CO" sz="2400" b="1" dirty="0"/>
              <a:t>Análisis:</a:t>
            </a:r>
          </a:p>
          <a:p>
            <a:endParaRPr lang="es-E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Investigar las preferencias y necesidades del público objetivo en cuanto a personalización de moda.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Estudiar las plataformas de comercio electrónico existentes para identificar las mejores prácticas y oportunidades de diferenciación.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Definir los requisitos funcionales y no funcionales de la aplicación, incluyendo la personalización de productos, el carrito de compras, el procesamiento de pedidos y la gestión de usuarios.</a:t>
            </a:r>
          </a:p>
        </p:txBody>
      </p:sp>
    </p:spTree>
    <p:extLst>
      <p:ext uri="{BB962C8B-B14F-4D97-AF65-F5344CB8AC3E}">
        <p14:creationId xmlns:p14="http://schemas.microsoft.com/office/powerpoint/2010/main" val="1716632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2CDB1-95EB-2AB8-37E4-A98F8FB77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4">
            <a:extLst>
              <a:ext uri="{FF2B5EF4-FFF2-40B4-BE49-F238E27FC236}">
                <a16:creationId xmlns:a16="http://schemas.microsoft.com/office/drawing/2014/main" id="{B798912F-E7E1-6586-0C99-E416D014BF44}"/>
              </a:ext>
            </a:extLst>
          </p:cNvPr>
          <p:cNvSpPr>
            <a:spLocks noGrp="1"/>
          </p:cNvSpPr>
          <p:nvPr/>
        </p:nvSpPr>
        <p:spPr>
          <a:xfrm>
            <a:off x="618490" y="494431"/>
            <a:ext cx="3415030" cy="1405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s-ES" sz="3200" dirty="0">
                <a:latin typeface="Britannic Bold" panose="020B0903060703020204" charset="0"/>
                <a:cs typeface="Britannic Bold" panose="020B0903060703020204" charset="0"/>
              </a:rPr>
              <a:t>OBJETIVOS ESPEC</a:t>
            </a:r>
            <a:r>
              <a:rPr lang="" altLang="en-US" sz="3200" dirty="0">
                <a:latin typeface="Britannic Bold" panose="020B0903060703020204" charset="0"/>
                <a:cs typeface="Britannic Bold" panose="020B0903060703020204" charset="0"/>
              </a:rPr>
              <a:t>Í</a:t>
            </a:r>
            <a:r>
              <a:rPr lang="en-US" altLang="es-ES" sz="3200" dirty="0">
                <a:latin typeface="Britannic Bold" panose="020B0903060703020204" charset="0"/>
                <a:cs typeface="Britannic Bold" panose="020B0903060703020204" charset="0"/>
              </a:rPr>
              <a:t>FICOS</a:t>
            </a:r>
          </a:p>
        </p:txBody>
      </p:sp>
      <p:sp>
        <p:nvSpPr>
          <p:cNvPr id="7" name="Marcador de posición de contenido 2">
            <a:extLst>
              <a:ext uri="{FF2B5EF4-FFF2-40B4-BE49-F238E27FC236}">
                <a16:creationId xmlns:a16="http://schemas.microsoft.com/office/drawing/2014/main" id="{87753214-E111-BF8A-D384-989A30A06700}"/>
              </a:ext>
            </a:extLst>
          </p:cNvPr>
          <p:cNvSpPr>
            <a:spLocks noGrp="1"/>
          </p:cNvSpPr>
          <p:nvPr/>
        </p:nvSpPr>
        <p:spPr>
          <a:xfrm>
            <a:off x="1038225" y="4545965"/>
            <a:ext cx="10515600" cy="1361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s-ES"/>
          </a:p>
        </p:txBody>
      </p:sp>
      <p:sp>
        <p:nvSpPr>
          <p:cNvPr id="9" name="Cuadro de texto 8">
            <a:extLst>
              <a:ext uri="{FF2B5EF4-FFF2-40B4-BE49-F238E27FC236}">
                <a16:creationId xmlns:a16="http://schemas.microsoft.com/office/drawing/2014/main" id="{EAD25D9E-29F8-509C-E359-C0FD2032E503}"/>
              </a:ext>
            </a:extLst>
          </p:cNvPr>
          <p:cNvSpPr txBox="1"/>
          <p:nvPr/>
        </p:nvSpPr>
        <p:spPr>
          <a:xfrm>
            <a:off x="618490" y="1720733"/>
            <a:ext cx="10715625" cy="2301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s-CO" sz="2400" b="1" dirty="0"/>
              <a:t>Diseño:</a:t>
            </a:r>
            <a:endParaRPr lang="es-E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Crear una interfaz de usuario atractiva e intuitiva que facilite el proceso de personalización de prendas.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Diseñar una base de datos robusta para gestionar productos (estándar y personalizados), inventario, pedidos y datos de clientes.</a:t>
            </a:r>
          </a:p>
          <a:p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4139739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18A4B-292B-880F-4DCD-B38619EB5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4">
            <a:extLst>
              <a:ext uri="{FF2B5EF4-FFF2-40B4-BE49-F238E27FC236}">
                <a16:creationId xmlns:a16="http://schemas.microsoft.com/office/drawing/2014/main" id="{4A806EEF-A1F5-254F-5BCD-C786C3C76BDC}"/>
              </a:ext>
            </a:extLst>
          </p:cNvPr>
          <p:cNvSpPr>
            <a:spLocks noGrp="1"/>
          </p:cNvSpPr>
          <p:nvPr/>
        </p:nvSpPr>
        <p:spPr>
          <a:xfrm>
            <a:off x="618490" y="494431"/>
            <a:ext cx="3415030" cy="1405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s-ES" sz="3200" dirty="0">
                <a:latin typeface="Britannic Bold" panose="020B0903060703020204" charset="0"/>
                <a:cs typeface="Britannic Bold" panose="020B0903060703020204" charset="0"/>
              </a:rPr>
              <a:t>OBJETIVOS ESPEC</a:t>
            </a:r>
            <a:r>
              <a:rPr lang="" altLang="en-US" sz="3200" dirty="0">
                <a:latin typeface="Britannic Bold" panose="020B0903060703020204" charset="0"/>
                <a:cs typeface="Britannic Bold" panose="020B0903060703020204" charset="0"/>
              </a:rPr>
              <a:t>Í</a:t>
            </a:r>
            <a:r>
              <a:rPr lang="en-US" altLang="es-ES" sz="3200" dirty="0">
                <a:latin typeface="Britannic Bold" panose="020B0903060703020204" charset="0"/>
                <a:cs typeface="Britannic Bold" panose="020B0903060703020204" charset="0"/>
              </a:rPr>
              <a:t>FICOS</a:t>
            </a:r>
          </a:p>
        </p:txBody>
      </p:sp>
      <p:sp>
        <p:nvSpPr>
          <p:cNvPr id="7" name="Marcador de posición de contenido 2">
            <a:extLst>
              <a:ext uri="{FF2B5EF4-FFF2-40B4-BE49-F238E27FC236}">
                <a16:creationId xmlns:a16="http://schemas.microsoft.com/office/drawing/2014/main" id="{533E23E9-0B19-6862-CC73-14C4F25B453F}"/>
              </a:ext>
            </a:extLst>
          </p:cNvPr>
          <p:cNvSpPr>
            <a:spLocks noGrp="1"/>
          </p:cNvSpPr>
          <p:nvPr/>
        </p:nvSpPr>
        <p:spPr>
          <a:xfrm>
            <a:off x="1038225" y="4545965"/>
            <a:ext cx="10515600" cy="1361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s-ES"/>
          </a:p>
        </p:txBody>
      </p:sp>
      <p:sp>
        <p:nvSpPr>
          <p:cNvPr id="9" name="Cuadro de texto 8">
            <a:extLst>
              <a:ext uri="{FF2B5EF4-FFF2-40B4-BE49-F238E27FC236}">
                <a16:creationId xmlns:a16="http://schemas.microsoft.com/office/drawing/2014/main" id="{0AEEBE2C-9F31-51C7-D1E2-694F08DC3C09}"/>
              </a:ext>
            </a:extLst>
          </p:cNvPr>
          <p:cNvSpPr txBox="1"/>
          <p:nvPr/>
        </p:nvSpPr>
        <p:spPr>
          <a:xfrm>
            <a:off x="618490" y="1720733"/>
            <a:ext cx="10715625" cy="2301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s-CO" sz="2400" b="1" dirty="0"/>
              <a:t>Codificación:</a:t>
            </a:r>
          </a:p>
          <a:p>
            <a:endParaRPr lang="es-E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Implementar el </a:t>
            </a:r>
            <a:r>
              <a:rPr lang="es-ES" sz="2400" dirty="0" err="1"/>
              <a:t>front-end</a:t>
            </a:r>
            <a:r>
              <a:rPr lang="es-ES" sz="2400" dirty="0"/>
              <a:t> de la aplicación utilizando tecnologías como </a:t>
            </a:r>
            <a:r>
              <a:rPr lang="es-ES" sz="2400" dirty="0" err="1"/>
              <a:t>React</a:t>
            </a:r>
            <a:r>
              <a:rPr lang="es-ES" sz="2400" dirty="0"/>
              <a:t>, para ofrecer una experiencia de personalización dinámica y fluida.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Desarrollar el back-</a:t>
            </a:r>
            <a:r>
              <a:rPr lang="es-ES" sz="2400" dirty="0" err="1"/>
              <a:t>end</a:t>
            </a:r>
            <a:r>
              <a:rPr lang="es-ES" sz="2400" dirty="0"/>
              <a:t> utilizando Node.js y Express, para manejar las solicitudes de la API, la lógica de negocio y la interacción con la base de datos.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Construir un panel de administración que permita gestionar el catálogo de productos, visualizar las estadísticas de ventas y administrar los pedidos de los clientes.</a:t>
            </a:r>
          </a:p>
        </p:txBody>
      </p:sp>
    </p:spTree>
    <p:extLst>
      <p:ext uri="{BB962C8B-B14F-4D97-AF65-F5344CB8AC3E}">
        <p14:creationId xmlns:p14="http://schemas.microsoft.com/office/powerpoint/2010/main" val="1067175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971256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Nuestro público objetivo son jóvenes y adultos de entre 18 y 35 años, apasionados por la moda y la autoexpresión. Son personas creativas, conocedoras de la tecnología y activas en redes sociales, que buscan diferenciarse del resto y valorar la autenticidad y la originalidad por encima de las tendencias pasajeras. No se conforman con lo que hay en las tiendas; quieren ser los creadores de su propio estilo.</a:t>
            </a:r>
            <a:endParaRPr lang="en-US" altLang="es-ES" dirty="0"/>
          </a:p>
        </p:txBody>
      </p:sp>
      <p:sp>
        <p:nvSpPr>
          <p:cNvPr id="5" name="Título 4"/>
          <p:cNvSpPr>
            <a:spLocks noGrp="1"/>
          </p:cNvSpPr>
          <p:nvPr/>
        </p:nvSpPr>
        <p:spPr>
          <a:xfrm>
            <a:off x="838200" y="294640"/>
            <a:ext cx="3602355" cy="1530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b="1" dirty="0"/>
              <a:t>Público Objetivo</a:t>
            </a:r>
            <a:endParaRPr lang="en-US" altLang="es-ES" sz="3555" dirty="0">
              <a:latin typeface="Britannic Bold" panose="020B0903060703020204" charset="0"/>
              <a:cs typeface="Britannic Bold" panose="020B09030607030202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569</Words>
  <Application>Microsoft Office PowerPoint</Application>
  <PresentationFormat>Panorámica</PresentationFormat>
  <Paragraphs>30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Britannic Bold</vt:lpstr>
      <vt:lpstr>Tema de Office</vt:lpstr>
      <vt:lpstr> Juan Diego Bernal y Juan Pablo Gutiérrez</vt:lpstr>
      <vt:lpstr>INTRODUCCIÓN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Nightreserve Por: simon bedoya mateo diaz</dc:title>
  <dc:creator>Olga lucía Cataño Santacoloma</dc:creator>
  <cp:lastModifiedBy>JUAN DIEGO BERNAL DELGADO</cp:lastModifiedBy>
  <cp:revision>8</cp:revision>
  <dcterms:created xsi:type="dcterms:W3CDTF">2024-12-09T14:28:00Z</dcterms:created>
  <dcterms:modified xsi:type="dcterms:W3CDTF">2025-11-18T13:52:13Z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D10CFD455C114792AFDC8904F6D87F5B_12</vt:lpwstr>
  </property>
  <property fmtid="{D5CDD505-2E9C-101B-9397-08002B2CF9AE}" pid="3" name="KSOProductBuildVer">
    <vt:lpwstr>3082-12.2.0.23155</vt:lpwstr>
  </property>
</Properties>
</file>